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73" r:id="rId6"/>
    <p:sldId id="270" r:id="rId7"/>
    <p:sldId id="271" r:id="rId8"/>
    <p:sldId id="274" r:id="rId9"/>
    <p:sldId id="275" r:id="rId10"/>
    <p:sldId id="276" r:id="rId11"/>
    <p:sldId id="269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234E0-A213-4800-8474-C2A7A695137A}" v="34" dt="2026-05-17T12:19:29.5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illiuwuilli0@gmail.com" userId="9e280466918639b5" providerId="LiveId" clId="{F425B08F-CC2A-468A-8C85-8B24D87B4F4F}"/>
    <pc:docChg chg="undo redo custSel addSld delSld modSld">
      <pc:chgData name="0illiuwuilli0@gmail.com" userId="9e280466918639b5" providerId="LiveId" clId="{F425B08F-CC2A-468A-8C85-8B24D87B4F4F}" dt="2025-12-14T22:11:57.337" v="342" actId="478"/>
      <pc:docMkLst>
        <pc:docMk/>
      </pc:docMkLst>
      <pc:sldChg chg="modSp mod">
        <pc:chgData name="0illiuwuilli0@gmail.com" userId="9e280466918639b5" providerId="LiveId" clId="{F425B08F-CC2A-468A-8C85-8B24D87B4F4F}" dt="2025-12-14T20:38:01.666" v="44" actId="20577"/>
        <pc:sldMkLst>
          <pc:docMk/>
          <pc:sldMk cId="0" sldId="256"/>
        </pc:sldMkLst>
        <pc:spChg chg="mod">
          <ac:chgData name="0illiuwuilli0@gmail.com" userId="9e280466918639b5" providerId="LiveId" clId="{F425B08F-CC2A-468A-8C85-8B24D87B4F4F}" dt="2025-12-14T20:38:01.666" v="44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0illiuwuilli0@gmail.com" userId="9e280466918639b5" providerId="LiveId" clId="{F425B08F-CC2A-468A-8C85-8B24D87B4F4F}" dt="2025-12-14T20:46:43.653" v="57" actId="20577"/>
        <pc:sldMkLst>
          <pc:docMk/>
          <pc:sldMk cId="0" sldId="257"/>
        </pc:sldMkLst>
        <pc:spChg chg="mod">
          <ac:chgData name="0illiuwuilli0@gmail.com" userId="9e280466918639b5" providerId="LiveId" clId="{F425B08F-CC2A-468A-8C85-8B24D87B4F4F}" dt="2025-12-14T20:46:24.044" v="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0illiuwuilli0@gmail.com" userId="9e280466918639b5" providerId="LiveId" clId="{F425B08F-CC2A-468A-8C85-8B24D87B4F4F}" dt="2025-12-14T20:46:43.653" v="57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0illiuwuilli0@gmail.com" userId="9e280466918639b5" providerId="LiveId" clId="{F425B08F-CC2A-468A-8C85-8B24D87B4F4F}" dt="2025-12-14T21:01:01.182" v="142" actId="1076"/>
        <pc:sldMkLst>
          <pc:docMk/>
          <pc:sldMk cId="0" sldId="258"/>
        </pc:sldMkLst>
        <pc:spChg chg="add del mod">
          <ac:chgData name="0illiuwuilli0@gmail.com" userId="9e280466918639b5" providerId="LiveId" clId="{F425B08F-CC2A-468A-8C85-8B24D87B4F4F}" dt="2025-12-14T21:01:01.182" v="142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0illiuwuilli0@gmail.com" userId="9e280466918639b5" providerId="LiveId" clId="{F425B08F-CC2A-468A-8C85-8B24D87B4F4F}" dt="2025-12-14T21:06:55.475" v="153" actId="12"/>
        <pc:sldMkLst>
          <pc:docMk/>
          <pc:sldMk cId="0" sldId="259"/>
        </pc:sldMkLst>
        <pc:spChg chg="mod">
          <ac:chgData name="0illiuwuilli0@gmail.com" userId="9e280466918639b5" providerId="LiveId" clId="{F425B08F-CC2A-468A-8C85-8B24D87B4F4F}" dt="2025-12-14T21:06:55.475" v="153" actId="12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0illiuwuilli0@gmail.com" userId="9e280466918639b5" providerId="LiveId" clId="{F425B08F-CC2A-468A-8C85-8B24D87B4F4F}" dt="2025-12-14T21:41:04.271" v="164" actId="47"/>
        <pc:sldMkLst>
          <pc:docMk/>
          <pc:sldMk cId="0" sldId="260"/>
        </pc:sldMkLst>
      </pc:sldChg>
      <pc:sldChg chg="del">
        <pc:chgData name="0illiuwuilli0@gmail.com" userId="9e280466918639b5" providerId="LiveId" clId="{F425B08F-CC2A-468A-8C85-8B24D87B4F4F}" dt="2025-12-14T21:41:05.579" v="165" actId="47"/>
        <pc:sldMkLst>
          <pc:docMk/>
          <pc:sldMk cId="0" sldId="261"/>
        </pc:sldMkLst>
      </pc:sldChg>
      <pc:sldChg chg="add del">
        <pc:chgData name="0illiuwuilli0@gmail.com" userId="9e280466918639b5" providerId="LiveId" clId="{F425B08F-CC2A-468A-8C85-8B24D87B4F4F}" dt="2025-12-14T21:41:07.180" v="166" actId="47"/>
        <pc:sldMkLst>
          <pc:docMk/>
          <pc:sldMk cId="0" sldId="262"/>
        </pc:sldMkLst>
      </pc:sldChg>
      <pc:sldChg chg="del">
        <pc:chgData name="0illiuwuilli0@gmail.com" userId="9e280466918639b5" providerId="LiveId" clId="{F425B08F-CC2A-468A-8C85-8B24D87B4F4F}" dt="2025-12-14T21:29:06.718" v="161" actId="47"/>
        <pc:sldMkLst>
          <pc:docMk/>
          <pc:sldMk cId="0" sldId="263"/>
        </pc:sldMkLst>
      </pc:sldChg>
      <pc:sldChg chg="del">
        <pc:chgData name="0illiuwuilli0@gmail.com" userId="9e280466918639b5" providerId="LiveId" clId="{F425B08F-CC2A-468A-8C85-8B24D87B4F4F}" dt="2025-12-14T21:29:04.890" v="160" actId="47"/>
        <pc:sldMkLst>
          <pc:docMk/>
          <pc:sldMk cId="0" sldId="264"/>
        </pc:sldMkLst>
      </pc:sldChg>
      <pc:sldChg chg="del">
        <pc:chgData name="0illiuwuilli0@gmail.com" userId="9e280466918639b5" providerId="LiveId" clId="{F425B08F-CC2A-468A-8C85-8B24D87B4F4F}" dt="2025-12-14T21:29:00.495" v="159" actId="47"/>
        <pc:sldMkLst>
          <pc:docMk/>
          <pc:sldMk cId="0" sldId="265"/>
        </pc:sldMkLst>
      </pc:sldChg>
      <pc:sldChg chg="del">
        <pc:chgData name="0illiuwuilli0@gmail.com" userId="9e280466918639b5" providerId="LiveId" clId="{F425B08F-CC2A-468A-8C85-8B24D87B4F4F}" dt="2025-12-14T21:28:56.864" v="158" actId="47"/>
        <pc:sldMkLst>
          <pc:docMk/>
          <pc:sldMk cId="0" sldId="266"/>
        </pc:sldMkLst>
      </pc:sldChg>
      <pc:sldChg chg="del">
        <pc:chgData name="0illiuwuilli0@gmail.com" userId="9e280466918639b5" providerId="LiveId" clId="{F425B08F-CC2A-468A-8C85-8B24D87B4F4F}" dt="2025-12-14T21:28:53.754" v="157" actId="47"/>
        <pc:sldMkLst>
          <pc:docMk/>
          <pc:sldMk cId="0" sldId="267"/>
        </pc:sldMkLst>
      </pc:sldChg>
      <pc:sldChg chg="del">
        <pc:chgData name="0illiuwuilli0@gmail.com" userId="9e280466918639b5" providerId="LiveId" clId="{F425B08F-CC2A-468A-8C85-8B24D87B4F4F}" dt="2025-12-14T21:28:48.972" v="154" actId="47"/>
        <pc:sldMkLst>
          <pc:docMk/>
          <pc:sldMk cId="0" sldId="268"/>
        </pc:sldMkLst>
      </pc:sldChg>
      <pc:sldChg chg="add del">
        <pc:chgData name="0illiuwuilli0@gmail.com" userId="9e280466918639b5" providerId="LiveId" clId="{F425B08F-CC2A-468A-8C85-8B24D87B4F4F}" dt="2025-12-14T21:28:51.792" v="156" actId="47"/>
        <pc:sldMkLst>
          <pc:docMk/>
          <pc:sldMk cId="0" sldId="269"/>
        </pc:sldMkLst>
      </pc:sldChg>
      <pc:sldChg chg="addSp delSp modSp new mod">
        <pc:chgData name="0illiuwuilli0@gmail.com" userId="9e280466918639b5" providerId="LiveId" clId="{F425B08F-CC2A-468A-8C85-8B24D87B4F4F}" dt="2025-12-14T22:11:57.337" v="342" actId="478"/>
        <pc:sldMkLst>
          <pc:docMk/>
          <pc:sldMk cId="3793038518" sldId="270"/>
        </pc:sldMkLst>
        <pc:spChg chg="mod">
          <ac:chgData name="0illiuwuilli0@gmail.com" userId="9e280466918639b5" providerId="LiveId" clId="{F425B08F-CC2A-468A-8C85-8B24D87B4F4F}" dt="2025-12-14T21:43:52.261" v="197"/>
          <ac:spMkLst>
            <pc:docMk/>
            <pc:sldMk cId="3793038518" sldId="270"/>
            <ac:spMk id="2" creationId="{7246C9FA-9CBA-AC73-8B2F-A2476BFE987A}"/>
          </ac:spMkLst>
        </pc:spChg>
        <pc:spChg chg="del mod">
          <ac:chgData name="0illiuwuilli0@gmail.com" userId="9e280466918639b5" providerId="LiveId" clId="{F425B08F-CC2A-468A-8C85-8B24D87B4F4F}" dt="2025-12-14T22:11:57.337" v="342" actId="478"/>
          <ac:spMkLst>
            <pc:docMk/>
            <pc:sldMk cId="3793038518" sldId="270"/>
            <ac:spMk id="3" creationId="{B2734FF6-A8DD-5011-9D75-09D824B76D8F}"/>
          </ac:spMkLst>
        </pc:spChg>
        <pc:spChg chg="add mod">
          <ac:chgData name="0illiuwuilli0@gmail.com" userId="9e280466918639b5" providerId="LiveId" clId="{F425B08F-CC2A-468A-8C85-8B24D87B4F4F}" dt="2025-12-14T22:11:53.018" v="341"/>
          <ac:spMkLst>
            <pc:docMk/>
            <pc:sldMk cId="3793038518" sldId="270"/>
            <ac:spMk id="4" creationId="{6ED7F993-6B0E-7804-22FC-09AAE8F3BBE7}"/>
          </ac:spMkLst>
        </pc:spChg>
        <pc:spChg chg="add mod">
          <ac:chgData name="0illiuwuilli0@gmail.com" userId="9e280466918639b5" providerId="LiveId" clId="{F425B08F-CC2A-468A-8C85-8B24D87B4F4F}" dt="2025-12-14T22:11:57.337" v="342" actId="478"/>
          <ac:spMkLst>
            <pc:docMk/>
            <pc:sldMk cId="3793038518" sldId="270"/>
            <ac:spMk id="6" creationId="{253FDE72-FAE1-1B8C-CFE8-F3542E454C83}"/>
          </ac:spMkLst>
        </pc:spChg>
      </pc:sldChg>
      <pc:sldChg chg="modSp new mod">
        <pc:chgData name="0illiuwuilli0@gmail.com" userId="9e280466918639b5" providerId="LiveId" clId="{F425B08F-CC2A-468A-8C85-8B24D87B4F4F}" dt="2025-12-14T21:51:13.944" v="278" actId="12"/>
        <pc:sldMkLst>
          <pc:docMk/>
          <pc:sldMk cId="4180671638" sldId="271"/>
        </pc:sldMkLst>
        <pc:spChg chg="mod">
          <ac:chgData name="0illiuwuilli0@gmail.com" userId="9e280466918639b5" providerId="LiveId" clId="{F425B08F-CC2A-468A-8C85-8B24D87B4F4F}" dt="2025-12-14T21:51:04.026" v="277" actId="20577"/>
          <ac:spMkLst>
            <pc:docMk/>
            <pc:sldMk cId="4180671638" sldId="271"/>
            <ac:spMk id="2" creationId="{47A8D33D-7D98-C04D-44C2-53554FF719FD}"/>
          </ac:spMkLst>
        </pc:spChg>
        <pc:spChg chg="mod">
          <ac:chgData name="0illiuwuilli0@gmail.com" userId="9e280466918639b5" providerId="LiveId" clId="{F425B08F-CC2A-468A-8C85-8B24D87B4F4F}" dt="2025-12-14T21:51:13.944" v="278" actId="12"/>
          <ac:spMkLst>
            <pc:docMk/>
            <pc:sldMk cId="4180671638" sldId="271"/>
            <ac:spMk id="3" creationId="{94BF0F60-FDBF-AF91-780F-19559369C1C3}"/>
          </ac:spMkLst>
        </pc:spChg>
      </pc:sldChg>
      <pc:sldChg chg="modSp new mod">
        <pc:chgData name="0illiuwuilli0@gmail.com" userId="9e280466918639b5" providerId="LiveId" clId="{F425B08F-CC2A-468A-8C85-8B24D87B4F4F}" dt="2025-12-14T22:11:04.491" v="340" actId="1076"/>
        <pc:sldMkLst>
          <pc:docMk/>
          <pc:sldMk cId="2620831354" sldId="272"/>
        </pc:sldMkLst>
        <pc:spChg chg="mod">
          <ac:chgData name="0illiuwuilli0@gmail.com" userId="9e280466918639b5" providerId="LiveId" clId="{F425B08F-CC2A-468A-8C85-8B24D87B4F4F}" dt="2025-12-14T22:04:53.540" v="282"/>
          <ac:spMkLst>
            <pc:docMk/>
            <pc:sldMk cId="2620831354" sldId="272"/>
            <ac:spMk id="2" creationId="{CC6349AB-8491-F24C-AFE2-77A2682F0E9A}"/>
          </ac:spMkLst>
        </pc:spChg>
        <pc:spChg chg="mod">
          <ac:chgData name="0illiuwuilli0@gmail.com" userId="9e280466918639b5" providerId="LiveId" clId="{F425B08F-CC2A-468A-8C85-8B24D87B4F4F}" dt="2025-12-14T22:11:04.491" v="340" actId="1076"/>
          <ac:spMkLst>
            <pc:docMk/>
            <pc:sldMk cId="2620831354" sldId="272"/>
            <ac:spMk id="3" creationId="{6B2274D1-28B0-5673-1C3F-D83B2AD02A23}"/>
          </ac:spMkLst>
        </pc:spChg>
      </pc:sldChg>
    </pc:docChg>
  </pc:docChgLst>
  <pc:docChgLst>
    <pc:chgData name="0illiuwuilli0@gmail.com" userId="9e280466918639b5" providerId="LiveId" clId="{54E234E0-A213-4800-8474-C2A7A695137A}"/>
    <pc:docChg chg="undo redo custSel addSld delSld modSld">
      <pc:chgData name="0illiuwuilli0@gmail.com" userId="9e280466918639b5" providerId="LiveId" clId="{54E234E0-A213-4800-8474-C2A7A695137A}" dt="2026-05-17T15:34:31.741" v="390" actId="14100"/>
      <pc:docMkLst>
        <pc:docMk/>
      </pc:docMkLst>
      <pc:sldChg chg="modSp mod">
        <pc:chgData name="0illiuwuilli0@gmail.com" userId="9e280466918639b5" providerId="LiveId" clId="{54E234E0-A213-4800-8474-C2A7A695137A}" dt="2026-05-11T10:36:30.501" v="176"/>
        <pc:sldMkLst>
          <pc:docMk/>
          <pc:sldMk cId="0" sldId="257"/>
        </pc:sldMkLst>
        <pc:spChg chg="mod">
          <ac:chgData name="0illiuwuilli0@gmail.com" userId="9e280466918639b5" providerId="LiveId" clId="{54E234E0-A213-4800-8474-C2A7A695137A}" dt="2026-05-11T10:36:30.501" v="1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0illiuwuilli0@gmail.com" userId="9e280466918639b5" providerId="LiveId" clId="{54E234E0-A213-4800-8474-C2A7A695137A}" dt="2026-05-11T11:02:57.193" v="199" actId="20577"/>
        <pc:sldMkLst>
          <pc:docMk/>
          <pc:sldMk cId="0" sldId="259"/>
        </pc:sldMkLst>
        <pc:spChg chg="mod">
          <ac:chgData name="0illiuwuilli0@gmail.com" userId="9e280466918639b5" providerId="LiveId" clId="{54E234E0-A213-4800-8474-C2A7A695137A}" dt="2026-05-11T11:02:57.193" v="199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0illiuwuilli0@gmail.com" userId="9e280466918639b5" providerId="LiveId" clId="{54E234E0-A213-4800-8474-C2A7A695137A}" dt="2026-05-11T10:40:57.945" v="197" actId="1036"/>
        <pc:sldMkLst>
          <pc:docMk/>
          <pc:sldMk cId="3793038518" sldId="270"/>
        </pc:sldMkLst>
        <pc:spChg chg="mod">
          <ac:chgData name="0illiuwuilli0@gmail.com" userId="9e280466918639b5" providerId="LiveId" clId="{54E234E0-A213-4800-8474-C2A7A695137A}" dt="2026-05-11T10:39:02.022" v="183" actId="1076"/>
          <ac:spMkLst>
            <pc:docMk/>
            <pc:sldMk cId="3793038518" sldId="270"/>
            <ac:spMk id="2" creationId="{7246C9FA-9CBA-AC73-8B2F-A2476BFE987A}"/>
          </ac:spMkLst>
        </pc:spChg>
        <pc:spChg chg="add mod">
          <ac:chgData name="0illiuwuilli0@gmail.com" userId="9e280466918639b5" providerId="LiveId" clId="{54E234E0-A213-4800-8474-C2A7A695137A}" dt="2026-05-11T10:40:57.945" v="197" actId="1036"/>
          <ac:spMkLst>
            <pc:docMk/>
            <pc:sldMk cId="3793038518" sldId="270"/>
            <ac:spMk id="4" creationId="{3763509E-CF88-9C4D-4863-793EAF45331F}"/>
          </ac:spMkLst>
        </pc:spChg>
        <pc:spChg chg="del">
          <ac:chgData name="0illiuwuilli0@gmail.com" userId="9e280466918639b5" providerId="LiveId" clId="{54E234E0-A213-4800-8474-C2A7A695137A}" dt="2026-05-11T08:27:54.494" v="85" actId="478"/>
          <ac:spMkLst>
            <pc:docMk/>
            <pc:sldMk cId="3793038518" sldId="270"/>
            <ac:spMk id="4" creationId="{6ED7F993-6B0E-7804-22FC-09AAE8F3BBE7}"/>
          </ac:spMkLst>
        </pc:spChg>
        <pc:spChg chg="del">
          <ac:chgData name="0illiuwuilli0@gmail.com" userId="9e280466918639b5" providerId="LiveId" clId="{54E234E0-A213-4800-8474-C2A7A695137A}" dt="2026-05-11T08:26:47.742" v="82" actId="478"/>
          <ac:spMkLst>
            <pc:docMk/>
            <pc:sldMk cId="3793038518" sldId="270"/>
            <ac:spMk id="5" creationId="{7483267D-A0AD-02DC-9774-974C74D19A7D}"/>
          </ac:spMkLst>
        </pc:spChg>
        <pc:graphicFrameChg chg="add mod modGraphic">
          <ac:chgData name="0illiuwuilli0@gmail.com" userId="9e280466918639b5" providerId="LiveId" clId="{54E234E0-A213-4800-8474-C2A7A695137A}" dt="2026-05-11T10:39:21.179" v="185" actId="1076"/>
          <ac:graphicFrameMkLst>
            <pc:docMk/>
            <pc:sldMk cId="3793038518" sldId="270"/>
            <ac:graphicFrameMk id="6" creationId="{F9A0093E-1141-2400-9BDF-53F7A478470D}"/>
          </ac:graphicFrameMkLst>
        </pc:graphicFrameChg>
      </pc:sldChg>
      <pc:sldChg chg="addSp delSp modSp mod">
        <pc:chgData name="0illiuwuilli0@gmail.com" userId="9e280466918639b5" providerId="LiveId" clId="{54E234E0-A213-4800-8474-C2A7A695137A}" dt="2026-05-11T09:12:49.064" v="134" actId="20577"/>
        <pc:sldMkLst>
          <pc:docMk/>
          <pc:sldMk cId="4180671638" sldId="271"/>
        </pc:sldMkLst>
        <pc:spChg chg="mod ord">
          <ac:chgData name="0illiuwuilli0@gmail.com" userId="9e280466918639b5" providerId="LiveId" clId="{54E234E0-A213-4800-8474-C2A7A695137A}" dt="2026-05-11T09:12:49.064" v="134" actId="20577"/>
          <ac:spMkLst>
            <pc:docMk/>
            <pc:sldMk cId="4180671638" sldId="271"/>
            <ac:spMk id="2" creationId="{47A8D33D-7D98-C04D-44C2-53554FF719FD}"/>
          </ac:spMkLst>
        </pc:spChg>
        <pc:spChg chg="del">
          <ac:chgData name="0illiuwuilli0@gmail.com" userId="9e280466918639b5" providerId="LiveId" clId="{54E234E0-A213-4800-8474-C2A7A695137A}" dt="2026-05-11T08:54:03.302" v="110" actId="478"/>
          <ac:spMkLst>
            <pc:docMk/>
            <pc:sldMk cId="4180671638" sldId="271"/>
            <ac:spMk id="3" creationId="{94BF0F60-FDBF-AF91-780F-19559369C1C3}"/>
          </ac:spMkLst>
        </pc:spChg>
        <pc:spChg chg="add del mod">
          <ac:chgData name="0illiuwuilli0@gmail.com" userId="9e280466918639b5" providerId="LiveId" clId="{54E234E0-A213-4800-8474-C2A7A695137A}" dt="2026-05-11T08:54:04.848" v="111" actId="478"/>
          <ac:spMkLst>
            <pc:docMk/>
            <pc:sldMk cId="4180671638" sldId="271"/>
            <ac:spMk id="6" creationId="{BFC1ACF1-794A-B5A9-A8C0-90B8EE1AA8A9}"/>
          </ac:spMkLst>
        </pc:spChg>
        <pc:picChg chg="add mod">
          <ac:chgData name="0illiuwuilli0@gmail.com" userId="9e280466918639b5" providerId="LiveId" clId="{54E234E0-A213-4800-8474-C2A7A695137A}" dt="2026-05-11T08:55:08.885" v="127" actId="1076"/>
          <ac:picMkLst>
            <pc:docMk/>
            <pc:sldMk cId="4180671638" sldId="271"/>
            <ac:picMk id="8" creationId="{166E4A58-03CF-ED63-E6E8-5F46E331514F}"/>
          </ac:picMkLst>
        </pc:picChg>
      </pc:sldChg>
      <pc:sldChg chg="addSp delSp modSp mod">
        <pc:chgData name="0illiuwuilli0@gmail.com" userId="9e280466918639b5" providerId="LiveId" clId="{54E234E0-A213-4800-8474-C2A7A695137A}" dt="2026-05-11T08:27:01.597" v="83" actId="1076"/>
        <pc:sldMkLst>
          <pc:docMk/>
          <pc:sldMk cId="4264696072" sldId="273"/>
        </pc:sldMkLst>
        <pc:spChg chg="mod">
          <ac:chgData name="0illiuwuilli0@gmail.com" userId="9e280466918639b5" providerId="LiveId" clId="{54E234E0-A213-4800-8474-C2A7A695137A}" dt="2026-05-11T08:24:19.814" v="63" actId="1076"/>
          <ac:spMkLst>
            <pc:docMk/>
            <pc:sldMk cId="4264696072" sldId="273"/>
            <ac:spMk id="2" creationId="{E3962C0C-442B-AF6B-F69E-C59358030038}"/>
          </ac:spMkLst>
        </pc:spChg>
        <pc:spChg chg="mod">
          <ac:chgData name="0illiuwuilli0@gmail.com" userId="9e280466918639b5" providerId="LiveId" clId="{54E234E0-A213-4800-8474-C2A7A695137A}" dt="2026-05-11T08:25:08.469" v="78" actId="1076"/>
          <ac:spMkLst>
            <pc:docMk/>
            <pc:sldMk cId="4264696072" sldId="273"/>
            <ac:spMk id="3" creationId="{BA872B39-2B67-6871-D9D8-2C80F18886DC}"/>
          </ac:spMkLst>
        </pc:spChg>
        <pc:spChg chg="add mod">
          <ac:chgData name="0illiuwuilli0@gmail.com" userId="9e280466918639b5" providerId="LiveId" clId="{54E234E0-A213-4800-8474-C2A7A695137A}" dt="2026-05-11T08:27:01.597" v="83" actId="1076"/>
          <ac:spMkLst>
            <pc:docMk/>
            <pc:sldMk cId="4264696072" sldId="273"/>
            <ac:spMk id="5" creationId="{15465A8A-C42E-D358-E9EB-71273AA84EF3}"/>
          </ac:spMkLst>
        </pc:spChg>
        <pc:spChg chg="add">
          <ac:chgData name="0illiuwuilli0@gmail.com" userId="9e280466918639b5" providerId="LiveId" clId="{54E234E0-A213-4800-8474-C2A7A695137A}" dt="2026-05-11T08:21:47.799" v="29"/>
          <ac:spMkLst>
            <pc:docMk/>
            <pc:sldMk cId="4264696072" sldId="273"/>
            <ac:spMk id="6" creationId="{CAB840A4-C0FD-0EC6-C974-6DDEF30E2AB8}"/>
          </ac:spMkLst>
        </pc:spChg>
        <pc:spChg chg="del">
          <ac:chgData name="0illiuwuilli0@gmail.com" userId="9e280466918639b5" providerId="LiveId" clId="{54E234E0-A213-4800-8474-C2A7A695137A}" dt="2026-05-11T08:17:29.006" v="0" actId="478"/>
          <ac:spMkLst>
            <pc:docMk/>
            <pc:sldMk cId="4264696072" sldId="273"/>
            <ac:spMk id="7" creationId="{FE85A753-B75F-17CB-ECD9-77CD555F9728}"/>
          </ac:spMkLst>
        </pc:spChg>
        <pc:spChg chg="add">
          <ac:chgData name="0illiuwuilli0@gmail.com" userId="9e280466918639b5" providerId="LiveId" clId="{54E234E0-A213-4800-8474-C2A7A695137A}" dt="2026-05-11T08:21:52.006" v="31"/>
          <ac:spMkLst>
            <pc:docMk/>
            <pc:sldMk cId="4264696072" sldId="273"/>
            <ac:spMk id="8" creationId="{292AC447-5AEE-8330-0C18-7E6600208C2E}"/>
          </ac:spMkLst>
        </pc:spChg>
        <pc:spChg chg="add">
          <ac:chgData name="0illiuwuilli0@gmail.com" userId="9e280466918639b5" providerId="LiveId" clId="{54E234E0-A213-4800-8474-C2A7A695137A}" dt="2026-05-11T08:21:56.018" v="32"/>
          <ac:spMkLst>
            <pc:docMk/>
            <pc:sldMk cId="4264696072" sldId="273"/>
            <ac:spMk id="9" creationId="{3D407DC8-7AAA-D846-B320-9B8CB32BB0FE}"/>
          </ac:spMkLst>
        </pc:spChg>
        <pc:spChg chg="add">
          <ac:chgData name="0illiuwuilli0@gmail.com" userId="9e280466918639b5" providerId="LiveId" clId="{54E234E0-A213-4800-8474-C2A7A695137A}" dt="2026-05-11T08:21:59.773" v="39"/>
          <ac:spMkLst>
            <pc:docMk/>
            <pc:sldMk cId="4264696072" sldId="273"/>
            <ac:spMk id="10" creationId="{4EA396A4-FEDB-8CB1-4056-EDEB7E4D1DC2}"/>
          </ac:spMkLst>
        </pc:spChg>
        <pc:spChg chg="add">
          <ac:chgData name="0illiuwuilli0@gmail.com" userId="9e280466918639b5" providerId="LiveId" clId="{54E234E0-A213-4800-8474-C2A7A695137A}" dt="2026-05-11T08:22:10.926" v="40"/>
          <ac:spMkLst>
            <pc:docMk/>
            <pc:sldMk cId="4264696072" sldId="273"/>
            <ac:spMk id="11" creationId="{7587C433-D88F-2560-18C1-FFC5CF77D60F}"/>
          </ac:spMkLst>
        </pc:spChg>
        <pc:spChg chg="del">
          <ac:chgData name="0illiuwuilli0@gmail.com" userId="9e280466918639b5" providerId="LiveId" clId="{54E234E0-A213-4800-8474-C2A7A695137A}" dt="2026-05-11T08:17:31.293" v="1" actId="478"/>
          <ac:spMkLst>
            <pc:docMk/>
            <pc:sldMk cId="4264696072" sldId="273"/>
            <ac:spMk id="12" creationId="{522D1FEA-3152-1B07-090F-7E4D0C2A28B4}"/>
          </ac:spMkLst>
        </pc:spChg>
      </pc:sldChg>
      <pc:sldChg chg="new del">
        <pc:chgData name="0illiuwuilli0@gmail.com" userId="9e280466918639b5" providerId="LiveId" clId="{54E234E0-A213-4800-8474-C2A7A695137A}" dt="2026-05-17T11:17:27.541" v="201" actId="47"/>
        <pc:sldMkLst>
          <pc:docMk/>
          <pc:sldMk cId="2201251714" sldId="274"/>
        </pc:sldMkLst>
      </pc:sldChg>
      <pc:sldChg chg="addSp delSp modSp add mod">
        <pc:chgData name="0illiuwuilli0@gmail.com" userId="9e280466918639b5" providerId="LiveId" clId="{54E234E0-A213-4800-8474-C2A7A695137A}" dt="2026-05-17T15:34:31.741" v="390" actId="14100"/>
        <pc:sldMkLst>
          <pc:docMk/>
          <pc:sldMk cId="3802933179" sldId="274"/>
        </pc:sldMkLst>
        <pc:spChg chg="mod">
          <ac:chgData name="0illiuwuilli0@gmail.com" userId="9e280466918639b5" providerId="LiveId" clId="{54E234E0-A213-4800-8474-C2A7A695137A}" dt="2026-05-17T11:44:50.942" v="231" actId="1076"/>
          <ac:spMkLst>
            <pc:docMk/>
            <pc:sldMk cId="3802933179" sldId="274"/>
            <ac:spMk id="2" creationId="{64FDB168-94C0-A4F0-DE40-438166E3E4A4}"/>
          </ac:spMkLst>
        </pc:spChg>
        <pc:spChg chg="add mod">
          <ac:chgData name="0illiuwuilli0@gmail.com" userId="9e280466918639b5" providerId="LiveId" clId="{54E234E0-A213-4800-8474-C2A7A695137A}" dt="2026-05-17T15:34:31.741" v="390" actId="14100"/>
          <ac:spMkLst>
            <pc:docMk/>
            <pc:sldMk cId="3802933179" sldId="274"/>
            <ac:spMk id="3" creationId="{3A083BBF-7AC5-516E-648A-720F472B51A1}"/>
          </ac:spMkLst>
        </pc:spChg>
        <pc:spChg chg="add mod">
          <ac:chgData name="0illiuwuilli0@gmail.com" userId="9e280466918639b5" providerId="LiveId" clId="{54E234E0-A213-4800-8474-C2A7A695137A}" dt="2026-05-17T15:33:25.475" v="366" actId="1076"/>
          <ac:spMkLst>
            <pc:docMk/>
            <pc:sldMk cId="3802933179" sldId="274"/>
            <ac:spMk id="5" creationId="{C0FEA879-BA41-00ED-4EEF-9C2765E39290}"/>
          </ac:spMkLst>
        </pc:spChg>
        <pc:picChg chg="add mod">
          <ac:chgData name="0illiuwuilli0@gmail.com" userId="9e280466918639b5" providerId="LiveId" clId="{54E234E0-A213-4800-8474-C2A7A695137A}" dt="2026-05-17T15:33:42.556" v="369" actId="1076"/>
          <ac:picMkLst>
            <pc:docMk/>
            <pc:sldMk cId="3802933179" sldId="274"/>
            <ac:picMk id="7" creationId="{ECE28A9D-C927-A9E6-734B-40E125733085}"/>
          </ac:picMkLst>
        </pc:picChg>
        <pc:picChg chg="del">
          <ac:chgData name="0illiuwuilli0@gmail.com" userId="9e280466918639b5" providerId="LiveId" clId="{54E234E0-A213-4800-8474-C2A7A695137A}" dt="2026-05-17T11:17:31.755" v="203" actId="478"/>
          <ac:picMkLst>
            <pc:docMk/>
            <pc:sldMk cId="3802933179" sldId="274"/>
            <ac:picMk id="8" creationId="{00A15EE7-C49B-4F53-2B8C-694AEE2F0FB7}"/>
          </ac:picMkLst>
        </pc:picChg>
        <pc:picChg chg="add mod">
          <ac:chgData name="0illiuwuilli0@gmail.com" userId="9e280466918639b5" providerId="LiveId" clId="{54E234E0-A213-4800-8474-C2A7A695137A}" dt="2026-05-17T15:33:27.917" v="367" actId="1076"/>
          <ac:picMkLst>
            <pc:docMk/>
            <pc:sldMk cId="3802933179" sldId="274"/>
            <ac:picMk id="10" creationId="{9E88BBB7-711E-25D3-5EA2-A103E563A8BC}"/>
          </ac:picMkLst>
        </pc:picChg>
        <pc:picChg chg="add del mod">
          <ac:chgData name="0illiuwuilli0@gmail.com" userId="9e280466918639b5" providerId="LiveId" clId="{54E234E0-A213-4800-8474-C2A7A695137A}" dt="2026-05-17T12:19:24.891" v="349" actId="21"/>
          <ac:picMkLst>
            <pc:docMk/>
            <pc:sldMk cId="3802933179" sldId="274"/>
            <ac:picMk id="12" creationId="{D31C11CD-3D25-B165-96DD-006714BFECB8}"/>
          </ac:picMkLst>
        </pc:picChg>
        <pc:picChg chg="add mod modCrop">
          <ac:chgData name="0illiuwuilli0@gmail.com" userId="9e280466918639b5" providerId="LiveId" clId="{54E234E0-A213-4800-8474-C2A7A695137A}" dt="2026-05-17T15:33:47.992" v="370" actId="1076"/>
          <ac:picMkLst>
            <pc:docMk/>
            <pc:sldMk cId="3802933179" sldId="274"/>
            <ac:picMk id="13" creationId="{22EE97DC-85BE-693F-873B-045E91275A1F}"/>
          </ac:picMkLst>
        </pc:picChg>
      </pc:sldChg>
      <pc:sldChg chg="addSp delSp modSp add mod">
        <pc:chgData name="0illiuwuilli0@gmail.com" userId="9e280466918639b5" providerId="LiveId" clId="{54E234E0-A213-4800-8474-C2A7A695137A}" dt="2026-05-17T15:34:25.323" v="388" actId="20577"/>
        <pc:sldMkLst>
          <pc:docMk/>
          <pc:sldMk cId="2335631619" sldId="275"/>
        </pc:sldMkLst>
        <pc:spChg chg="mod">
          <ac:chgData name="0illiuwuilli0@gmail.com" userId="9e280466918639b5" providerId="LiveId" clId="{54E234E0-A213-4800-8474-C2A7A695137A}" dt="2026-05-17T11:46:20.129" v="234"/>
          <ac:spMkLst>
            <pc:docMk/>
            <pc:sldMk cId="2335631619" sldId="275"/>
            <ac:spMk id="2" creationId="{DD389D99-7C1F-0CCD-A472-F306BB654644}"/>
          </ac:spMkLst>
        </pc:spChg>
        <pc:spChg chg="add mod">
          <ac:chgData name="0illiuwuilli0@gmail.com" userId="9e280466918639b5" providerId="LiveId" clId="{54E234E0-A213-4800-8474-C2A7A695137A}" dt="2026-05-17T15:34:25.323" v="388" actId="20577"/>
          <ac:spMkLst>
            <pc:docMk/>
            <pc:sldMk cId="2335631619" sldId="275"/>
            <ac:spMk id="3" creationId="{384151A6-AD3D-FB43-5E38-90DA88653C95}"/>
          </ac:spMkLst>
        </pc:spChg>
        <pc:spChg chg="add del mod">
          <ac:chgData name="0illiuwuilli0@gmail.com" userId="9e280466918639b5" providerId="LiveId" clId="{54E234E0-A213-4800-8474-C2A7A695137A}" dt="2026-05-17T11:49:59.459" v="304" actId="478"/>
          <ac:spMkLst>
            <pc:docMk/>
            <pc:sldMk cId="2335631619" sldId="275"/>
            <ac:spMk id="5" creationId="{5F6039CF-54B7-E7B8-E889-D866024DC72A}"/>
          </ac:spMkLst>
        </pc:spChg>
        <pc:picChg chg="add mod">
          <ac:chgData name="0illiuwuilli0@gmail.com" userId="9e280466918639b5" providerId="LiveId" clId="{54E234E0-A213-4800-8474-C2A7A695137A}" dt="2026-05-17T15:34:20.903" v="383" actId="1076"/>
          <ac:picMkLst>
            <pc:docMk/>
            <pc:sldMk cId="2335631619" sldId="275"/>
            <ac:picMk id="7" creationId="{6574F0EB-76AE-0169-6EC8-FEA591707638}"/>
          </ac:picMkLst>
        </pc:picChg>
        <pc:picChg chg="add mod">
          <ac:chgData name="0illiuwuilli0@gmail.com" userId="9e280466918639b5" providerId="LiveId" clId="{54E234E0-A213-4800-8474-C2A7A695137A}" dt="2026-05-17T15:33:54.092" v="371" actId="1076"/>
          <ac:picMkLst>
            <pc:docMk/>
            <pc:sldMk cId="2335631619" sldId="275"/>
            <ac:picMk id="9" creationId="{AFFDD725-8283-D439-B659-735F9762FF2D}"/>
          </ac:picMkLst>
        </pc:picChg>
        <pc:picChg chg="add del">
          <ac:chgData name="0illiuwuilli0@gmail.com" userId="9e280466918639b5" providerId="LiveId" clId="{54E234E0-A213-4800-8474-C2A7A695137A}" dt="2026-05-17T12:19:28.086" v="352" actId="21"/>
          <ac:picMkLst>
            <pc:docMk/>
            <pc:sldMk cId="2335631619" sldId="275"/>
            <ac:picMk id="11" creationId="{22EE97DC-85BE-693F-873B-045E91275A1F}"/>
          </ac:picMkLst>
        </pc:picChg>
        <pc:picChg chg="add mod modCrop">
          <ac:chgData name="0illiuwuilli0@gmail.com" userId="9e280466918639b5" providerId="LiveId" clId="{54E234E0-A213-4800-8474-C2A7A695137A}" dt="2026-05-17T15:34:18.782" v="382" actId="1076"/>
          <ac:picMkLst>
            <pc:docMk/>
            <pc:sldMk cId="2335631619" sldId="275"/>
            <ac:picMk id="12" creationId="{D31C11CD-3D25-B165-96DD-006714BFECB8}"/>
          </ac:picMkLst>
        </pc:picChg>
      </pc:sldChg>
      <pc:sldChg chg="addSp modSp add mod">
        <pc:chgData name="0illiuwuilli0@gmail.com" userId="9e280466918639b5" providerId="LiveId" clId="{54E234E0-A213-4800-8474-C2A7A695137A}" dt="2026-05-17T15:32:55.152" v="358" actId="1076"/>
        <pc:sldMkLst>
          <pc:docMk/>
          <pc:sldMk cId="1541537215" sldId="276"/>
        </pc:sldMkLst>
        <pc:spChg chg="mod">
          <ac:chgData name="0illiuwuilli0@gmail.com" userId="9e280466918639b5" providerId="LiveId" clId="{54E234E0-A213-4800-8474-C2A7A695137A}" dt="2026-05-17T11:20:40.360" v="218" actId="20577"/>
          <ac:spMkLst>
            <pc:docMk/>
            <pc:sldMk cId="1541537215" sldId="276"/>
            <ac:spMk id="2" creationId="{041F49FF-2DFE-EBF1-7A56-6291042409F3}"/>
          </ac:spMkLst>
        </pc:spChg>
        <pc:spChg chg="add mod">
          <ac:chgData name="0illiuwuilli0@gmail.com" userId="9e280466918639b5" providerId="LiveId" clId="{54E234E0-A213-4800-8474-C2A7A695137A}" dt="2026-05-17T15:32:55.152" v="358" actId="1076"/>
          <ac:spMkLst>
            <pc:docMk/>
            <pc:sldMk cId="1541537215" sldId="276"/>
            <ac:spMk id="3" creationId="{6D791D18-2694-235A-2543-D8232059E9C1}"/>
          </ac:spMkLst>
        </pc:spChg>
        <pc:picChg chg="add mod">
          <ac:chgData name="0illiuwuilli0@gmail.com" userId="9e280466918639b5" providerId="LiveId" clId="{54E234E0-A213-4800-8474-C2A7A695137A}" dt="2026-05-17T15:32:50.071" v="357" actId="1076"/>
          <ac:picMkLst>
            <pc:docMk/>
            <pc:sldMk cId="1541537215" sldId="276"/>
            <ac:picMk id="6" creationId="{5B94BBB7-83F5-3D3C-78E6-E439074C31D9}"/>
          </ac:picMkLst>
        </pc:picChg>
      </pc:sldChg>
    </pc:docChg>
  </pc:docChgLst>
  <pc:docChgLst>
    <pc:chgData name="0illiuwuilli0@gmail.com" userId="9e280466918639b5" providerId="LiveId" clId="{D848A9D5-B598-4E04-9397-668A93054D52}"/>
    <pc:docChg chg="undo redo custSel addSld delSld modSld sldOrd">
      <pc:chgData name="0illiuwuilli0@gmail.com" userId="9e280466918639b5" providerId="LiveId" clId="{D848A9D5-B598-4E04-9397-668A93054D52}" dt="2026-05-11T08:14:13.639" v="289" actId="404"/>
      <pc:docMkLst>
        <pc:docMk/>
      </pc:docMkLst>
      <pc:sldChg chg="modSp mod">
        <pc:chgData name="0illiuwuilli0@gmail.com" userId="9e280466918639b5" providerId="LiveId" clId="{D848A9D5-B598-4E04-9397-668A93054D52}" dt="2026-05-11T08:00:00.787" v="130" actId="20577"/>
        <pc:sldMkLst>
          <pc:docMk/>
          <pc:sldMk cId="0" sldId="257"/>
        </pc:sldMkLst>
        <pc:spChg chg="mod">
          <ac:chgData name="0illiuwuilli0@gmail.com" userId="9e280466918639b5" providerId="LiveId" clId="{D848A9D5-B598-4E04-9397-668A93054D52}" dt="2026-05-11T07:58:49.903" v="65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0illiuwuilli0@gmail.com" userId="9e280466918639b5" providerId="LiveId" clId="{D848A9D5-B598-4E04-9397-668A93054D52}" dt="2026-05-11T08:00:00.787" v="130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 ord">
        <pc:chgData name="0illiuwuilli0@gmail.com" userId="9e280466918639b5" providerId="LiveId" clId="{D848A9D5-B598-4E04-9397-668A93054D52}" dt="2026-05-11T08:05:41.483" v="239"/>
        <pc:sldMkLst>
          <pc:docMk/>
          <pc:sldMk cId="0" sldId="258"/>
        </pc:sldMkLst>
        <pc:spChg chg="mod">
          <ac:chgData name="0illiuwuilli0@gmail.com" userId="9e280466918639b5" providerId="LiveId" clId="{D848A9D5-B598-4E04-9397-668A93054D52}" dt="2026-05-11T08:00:53.434" v="135" actId="404"/>
          <ac:spMkLst>
            <pc:docMk/>
            <pc:sldMk cId="0" sldId="258"/>
            <ac:spMk id="2" creationId="{00000000-0000-0000-0000-000000000000}"/>
          </ac:spMkLst>
        </pc:spChg>
        <pc:spChg chg="mod">
          <ac:chgData name="0illiuwuilli0@gmail.com" userId="9e280466918639b5" providerId="LiveId" clId="{D848A9D5-B598-4E04-9397-668A93054D52}" dt="2026-05-11T08:04:53.579" v="234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0illiuwuilli0@gmail.com" userId="9e280466918639b5" providerId="LiveId" clId="{D848A9D5-B598-4E04-9397-668A93054D52}" dt="2026-05-11T08:05:41.483" v="239"/>
          <ac:spMkLst>
            <pc:docMk/>
            <pc:sldMk cId="0" sldId="258"/>
            <ac:spMk id="5" creationId="{319EEED5-345F-95AB-13B8-111159AB5644}"/>
          </ac:spMkLst>
        </pc:spChg>
      </pc:sldChg>
      <pc:sldChg chg="addSp delSp modSp mod">
        <pc:chgData name="0illiuwuilli0@gmail.com" userId="9e280466918639b5" providerId="LiveId" clId="{D848A9D5-B598-4E04-9397-668A93054D52}" dt="2026-05-11T08:04:32.178" v="213" actId="20577"/>
        <pc:sldMkLst>
          <pc:docMk/>
          <pc:sldMk cId="0" sldId="259"/>
        </pc:sldMkLst>
        <pc:spChg chg="mod">
          <ac:chgData name="0illiuwuilli0@gmail.com" userId="9e280466918639b5" providerId="LiveId" clId="{D848A9D5-B598-4E04-9397-668A93054D52}" dt="2026-05-11T08:01:05.765" v="137" actId="404"/>
          <ac:spMkLst>
            <pc:docMk/>
            <pc:sldMk cId="0" sldId="259"/>
            <ac:spMk id="2" creationId="{00000000-0000-0000-0000-000000000000}"/>
          </ac:spMkLst>
        </pc:spChg>
        <pc:spChg chg="mod">
          <ac:chgData name="0illiuwuilli0@gmail.com" userId="9e280466918639b5" providerId="LiveId" clId="{D848A9D5-B598-4E04-9397-668A93054D52}" dt="2026-05-11T08:02:33.788" v="159" actId="20577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0illiuwuilli0@gmail.com" userId="9e280466918639b5" providerId="LiveId" clId="{D848A9D5-B598-4E04-9397-668A93054D52}" dt="2026-05-11T08:02:57.736" v="161"/>
          <ac:spMkLst>
            <pc:docMk/>
            <pc:sldMk cId="0" sldId="259"/>
            <ac:spMk id="5" creationId="{7C44A59C-A2FF-D5CD-9531-388A30784612}"/>
          </ac:spMkLst>
        </pc:spChg>
        <pc:spChg chg="add mod">
          <ac:chgData name="0illiuwuilli0@gmail.com" userId="9e280466918639b5" providerId="LiveId" clId="{D848A9D5-B598-4E04-9397-668A93054D52}" dt="2026-05-11T08:02:56.287" v="160"/>
          <ac:spMkLst>
            <pc:docMk/>
            <pc:sldMk cId="0" sldId="259"/>
            <ac:spMk id="6" creationId="{9AA0F584-3726-F9D1-FE39-7D6D37E6F3A5}"/>
          </ac:spMkLst>
        </pc:spChg>
        <pc:spChg chg="add mod">
          <ac:chgData name="0illiuwuilli0@gmail.com" userId="9e280466918639b5" providerId="LiveId" clId="{D848A9D5-B598-4E04-9397-668A93054D52}" dt="2026-05-11T08:04:13.025" v="190" actId="1076"/>
          <ac:spMkLst>
            <pc:docMk/>
            <pc:sldMk cId="0" sldId="259"/>
            <ac:spMk id="7" creationId="{7DA5C026-EB2C-C9C2-703E-EC4C0D8E6666}"/>
          </ac:spMkLst>
        </pc:spChg>
        <pc:spChg chg="add del mod">
          <ac:chgData name="0illiuwuilli0@gmail.com" userId="9e280466918639b5" providerId="LiveId" clId="{D848A9D5-B598-4E04-9397-668A93054D52}" dt="2026-05-11T08:03:38.838" v="177"/>
          <ac:spMkLst>
            <pc:docMk/>
            <pc:sldMk cId="0" sldId="259"/>
            <ac:spMk id="8" creationId="{9A512817-21C8-B411-8EA7-D8AE546F1CFD}"/>
          </ac:spMkLst>
        </pc:spChg>
        <pc:spChg chg="add">
          <ac:chgData name="0illiuwuilli0@gmail.com" userId="9e280466918639b5" providerId="LiveId" clId="{D848A9D5-B598-4E04-9397-668A93054D52}" dt="2026-05-11T08:03:31.954" v="173"/>
          <ac:spMkLst>
            <pc:docMk/>
            <pc:sldMk cId="0" sldId="259"/>
            <ac:spMk id="9" creationId="{CCA5FC7F-4EDF-7DFB-CD08-FCFA09996189}"/>
          </ac:spMkLst>
        </pc:spChg>
        <pc:spChg chg="add">
          <ac:chgData name="0illiuwuilli0@gmail.com" userId="9e280466918639b5" providerId="LiveId" clId="{D848A9D5-B598-4E04-9397-668A93054D52}" dt="2026-05-11T08:03:34.538" v="175"/>
          <ac:spMkLst>
            <pc:docMk/>
            <pc:sldMk cId="0" sldId="259"/>
            <ac:spMk id="10" creationId="{707E2159-5E26-8F2F-7AFD-270B4407C74A}"/>
          </ac:spMkLst>
        </pc:spChg>
        <pc:spChg chg="add mod">
          <ac:chgData name="0illiuwuilli0@gmail.com" userId="9e280466918639b5" providerId="LiveId" clId="{D848A9D5-B598-4E04-9397-668A93054D52}" dt="2026-05-11T08:04:32.178" v="213" actId="20577"/>
          <ac:spMkLst>
            <pc:docMk/>
            <pc:sldMk cId="0" sldId="259"/>
            <ac:spMk id="12" creationId="{8A62133E-400D-9743-C828-A3D5CAE19AF2}"/>
          </ac:spMkLst>
        </pc:spChg>
      </pc:sldChg>
      <pc:sldChg chg="addSp delSp modSp mod">
        <pc:chgData name="0illiuwuilli0@gmail.com" userId="9e280466918639b5" providerId="LiveId" clId="{D848A9D5-B598-4E04-9397-668A93054D52}" dt="2026-05-11T08:14:13.639" v="289" actId="404"/>
        <pc:sldMkLst>
          <pc:docMk/>
          <pc:sldMk cId="3793038518" sldId="270"/>
        </pc:sldMkLst>
        <pc:spChg chg="mod">
          <ac:chgData name="0illiuwuilli0@gmail.com" userId="9e280466918639b5" providerId="LiveId" clId="{D848A9D5-B598-4E04-9397-668A93054D52}" dt="2026-05-11T08:14:13.639" v="289" actId="404"/>
          <ac:spMkLst>
            <pc:docMk/>
            <pc:sldMk cId="3793038518" sldId="270"/>
            <ac:spMk id="2" creationId="{7246C9FA-9CBA-AC73-8B2F-A2476BFE987A}"/>
          </ac:spMkLst>
        </pc:spChg>
        <pc:spChg chg="mod">
          <ac:chgData name="0illiuwuilli0@gmail.com" userId="9e280466918639b5" providerId="LiveId" clId="{D848A9D5-B598-4E04-9397-668A93054D52}" dt="2026-05-11T08:14:04.973" v="286" actId="1076"/>
          <ac:spMkLst>
            <pc:docMk/>
            <pc:sldMk cId="3793038518" sldId="270"/>
            <ac:spMk id="4" creationId="{6ED7F993-6B0E-7804-22FC-09AAE8F3BBE7}"/>
          </ac:spMkLst>
        </pc:spChg>
        <pc:spChg chg="add mod">
          <ac:chgData name="0illiuwuilli0@gmail.com" userId="9e280466918639b5" providerId="LiveId" clId="{D848A9D5-B598-4E04-9397-668A93054D52}" dt="2025-12-14T22:47:50.514" v="34" actId="20577"/>
          <ac:spMkLst>
            <pc:docMk/>
            <pc:sldMk cId="3793038518" sldId="270"/>
            <ac:spMk id="5" creationId="{7483267D-A0AD-02DC-9774-974C74D19A7D}"/>
          </ac:spMkLst>
        </pc:spChg>
        <pc:spChg chg="del">
          <ac:chgData name="0illiuwuilli0@gmail.com" userId="9e280466918639b5" providerId="LiveId" clId="{D848A9D5-B598-4E04-9397-668A93054D52}" dt="2025-12-14T22:13:47.924" v="1" actId="478"/>
          <ac:spMkLst>
            <pc:docMk/>
            <pc:sldMk cId="3793038518" sldId="270"/>
            <ac:spMk id="6" creationId="{253FDE72-FAE1-1B8C-CFE8-F3542E454C83}"/>
          </ac:spMkLst>
        </pc:spChg>
      </pc:sldChg>
      <pc:sldChg chg="modSp mod">
        <pc:chgData name="0illiuwuilli0@gmail.com" userId="9e280466918639b5" providerId="LiveId" clId="{D848A9D5-B598-4E04-9397-668A93054D52}" dt="2026-05-11T08:14:11.074" v="288" actId="404"/>
        <pc:sldMkLst>
          <pc:docMk/>
          <pc:sldMk cId="4180671638" sldId="271"/>
        </pc:sldMkLst>
        <pc:spChg chg="mod">
          <ac:chgData name="0illiuwuilli0@gmail.com" userId="9e280466918639b5" providerId="LiveId" clId="{D848A9D5-B598-4E04-9397-668A93054D52}" dt="2026-05-11T08:14:11.074" v="288" actId="404"/>
          <ac:spMkLst>
            <pc:docMk/>
            <pc:sldMk cId="4180671638" sldId="271"/>
            <ac:spMk id="2" creationId="{47A8D33D-7D98-C04D-44C2-53554FF719FD}"/>
          </ac:spMkLst>
        </pc:spChg>
        <pc:spChg chg="mod">
          <ac:chgData name="0illiuwuilli0@gmail.com" userId="9e280466918639b5" providerId="LiveId" clId="{D848A9D5-B598-4E04-9397-668A93054D52}" dt="2025-12-14T22:47:13.771" v="32" actId="20577"/>
          <ac:spMkLst>
            <pc:docMk/>
            <pc:sldMk cId="4180671638" sldId="271"/>
            <ac:spMk id="3" creationId="{94BF0F60-FDBF-AF91-780F-19559369C1C3}"/>
          </ac:spMkLst>
        </pc:spChg>
      </pc:sldChg>
      <pc:sldChg chg="new del">
        <pc:chgData name="0illiuwuilli0@gmail.com" userId="9e280466918639b5" providerId="LiveId" clId="{D848A9D5-B598-4E04-9397-668A93054D52}" dt="2026-05-11T08:07:32.817" v="242" actId="47"/>
        <pc:sldMkLst>
          <pc:docMk/>
          <pc:sldMk cId="1439959243" sldId="272"/>
        </pc:sldMkLst>
      </pc:sldChg>
      <pc:sldChg chg="del">
        <pc:chgData name="0illiuwuilli0@gmail.com" userId="9e280466918639b5" providerId="LiveId" clId="{D848A9D5-B598-4E04-9397-668A93054D52}" dt="2025-12-14T22:13:29.306" v="0" actId="47"/>
        <pc:sldMkLst>
          <pc:docMk/>
          <pc:sldMk cId="2620831354" sldId="272"/>
        </pc:sldMkLst>
      </pc:sldChg>
      <pc:sldChg chg="modSp add mod">
        <pc:chgData name="0illiuwuilli0@gmail.com" userId="9e280466918639b5" providerId="LiveId" clId="{D848A9D5-B598-4E04-9397-668A93054D52}" dt="2026-05-11T08:09:40.493" v="246" actId="14100"/>
        <pc:sldMkLst>
          <pc:docMk/>
          <pc:sldMk cId="4264696072" sldId="273"/>
        </pc:sldMkLst>
        <pc:spChg chg="mod">
          <ac:chgData name="0illiuwuilli0@gmail.com" userId="9e280466918639b5" providerId="LiveId" clId="{D848A9D5-B598-4E04-9397-668A93054D52}" dt="2026-05-11T08:09:40.493" v="246" actId="14100"/>
          <ac:spMkLst>
            <pc:docMk/>
            <pc:sldMk cId="4264696072" sldId="273"/>
            <ac:spMk id="2" creationId="{E3962C0C-442B-AF6B-F69E-C593580300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CDDBE-6B1E-4E1A-9E54-303295BE6305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98CC7-33AC-46EC-AD2E-D462145CBA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59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66E1D-004E-4CFA-A656-57BDDD0CA867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0DCBC-A005-4FF0-B60D-BCB8B63134DD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0F3EE-A326-4508-990F-2E2E62D43F35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19796-C9BC-4CE0-9D1E-EE1D71E2561E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5904" cy="528218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783" y="5425440"/>
            <a:ext cx="2667000" cy="1182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DAC54-F31A-40FE-9F01-FAFF330AC930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244" y="315290"/>
            <a:ext cx="9811385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44" y="1786204"/>
            <a:ext cx="10327640" cy="308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9520E-5326-45AD-A9C1-B33CDC78DB7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0054" y="6466738"/>
            <a:ext cx="2159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3973" y="5374335"/>
            <a:ext cx="7747634" cy="12952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430" algn="r">
              <a:lnSpc>
                <a:spcPts val="2595"/>
              </a:lnSpc>
              <a:spcBef>
                <a:spcPts val="100"/>
              </a:spcBef>
            </a:pPr>
            <a:r>
              <a:rPr lang="ru-RU" sz="2400" spc="-25" dirty="0">
                <a:latin typeface="Calibri Light"/>
                <a:cs typeface="Calibri Light"/>
              </a:rPr>
              <a:t>Автоматическая система принудительного контроля безопасности программного кода на этапе сборки</a:t>
            </a:r>
          </a:p>
          <a:p>
            <a:pPr marR="11430" algn="r">
              <a:lnSpc>
                <a:spcPts val="2595"/>
              </a:lnSpc>
              <a:spcBef>
                <a:spcPts val="100"/>
              </a:spcBef>
            </a:pPr>
            <a:r>
              <a:rPr lang="ru-RU" sz="1800" spc="-10" dirty="0">
                <a:latin typeface="Calibri Light"/>
                <a:cs typeface="Calibri Light"/>
              </a:rPr>
              <a:t>Автор:</a:t>
            </a:r>
            <a:r>
              <a:rPr lang="ru-RU" sz="1800" spc="-55" dirty="0">
                <a:latin typeface="Calibri Light"/>
                <a:cs typeface="Calibri Light"/>
              </a:rPr>
              <a:t> </a:t>
            </a:r>
            <a:r>
              <a:rPr lang="ru-RU" sz="1800" spc="-20" dirty="0">
                <a:latin typeface="Calibri Light"/>
                <a:cs typeface="Calibri Light"/>
              </a:rPr>
              <a:t>Шеметов Данила Иванович,</a:t>
            </a:r>
            <a:r>
              <a:rPr lang="ru-RU" sz="1800" spc="-35" dirty="0">
                <a:latin typeface="Calibri Light"/>
                <a:cs typeface="Calibri Light"/>
              </a:rPr>
              <a:t> </a:t>
            </a:r>
            <a:r>
              <a:rPr lang="ru-RU" sz="1800" spc="-20" dirty="0">
                <a:latin typeface="Calibri Light"/>
                <a:cs typeface="Calibri Light"/>
              </a:rPr>
              <a:t>группа</a:t>
            </a:r>
            <a:r>
              <a:rPr lang="ru-RU" sz="1800" spc="-45" dirty="0">
                <a:latin typeface="Calibri Light"/>
                <a:cs typeface="Calibri Light"/>
              </a:rPr>
              <a:t> </a:t>
            </a:r>
            <a:r>
              <a:rPr lang="ru-RU" sz="1800" spc="-10" dirty="0">
                <a:latin typeface="Calibri Light"/>
                <a:cs typeface="Calibri Light"/>
              </a:rPr>
              <a:t>932305</a:t>
            </a:r>
            <a:endParaRPr lang="ru-RU" sz="1800" dirty="0">
              <a:latin typeface="Calibri Light"/>
              <a:cs typeface="Calibri Light"/>
            </a:endParaRPr>
          </a:p>
          <a:p>
            <a:pPr marL="2576195">
              <a:lnSpc>
                <a:spcPts val="2055"/>
              </a:lnSpc>
            </a:pPr>
            <a:r>
              <a:rPr sz="1800" spc="-10" dirty="0" err="1">
                <a:latin typeface="Calibri Light"/>
                <a:cs typeface="Calibri Light"/>
              </a:rPr>
              <a:t>Научный</a:t>
            </a:r>
            <a:r>
              <a:rPr sz="1800" spc="-85" dirty="0">
                <a:latin typeface="Calibri Light"/>
                <a:cs typeface="Calibri Light"/>
              </a:rPr>
              <a:t> </a:t>
            </a:r>
            <a:r>
              <a:rPr sz="1800" spc="-25" dirty="0">
                <a:latin typeface="Calibri Light"/>
                <a:cs typeface="Calibri Light"/>
              </a:rPr>
              <a:t>руководитель:</a:t>
            </a:r>
            <a:r>
              <a:rPr sz="1800" spc="-7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канд.</a:t>
            </a:r>
            <a:r>
              <a:rPr sz="1800" spc="-4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техн.</a:t>
            </a:r>
            <a:r>
              <a:rPr sz="1800" spc="-6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наук</a:t>
            </a:r>
            <a:r>
              <a:rPr sz="1800" spc="-9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Шкуркин</a:t>
            </a:r>
            <a:r>
              <a:rPr sz="1800" spc="-8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А.</a:t>
            </a:r>
            <a:r>
              <a:rPr sz="1800" spc="-45" dirty="0">
                <a:latin typeface="Calibri Light"/>
                <a:cs typeface="Calibri Light"/>
              </a:rPr>
              <a:t> </a:t>
            </a:r>
            <a:r>
              <a:rPr sz="1800" spc="-25" dirty="0">
                <a:latin typeface="Calibri Light"/>
                <a:cs typeface="Calibri Light"/>
              </a:rPr>
              <a:t>С.</a:t>
            </a:r>
            <a:endParaRPr sz="18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294195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0" dirty="0"/>
              <a:t>Проблема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918009"/>
            <a:ext cx="11198556" cy="3021981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r>
              <a:rPr lang="ru-RU" sz="3200" dirty="0">
                <a:latin typeface="+mn-lt"/>
              </a:rPr>
              <a:t>Современные приложения разворачиваются быстро через CI/CD, однако без автоматизированного контроля уязвимые зависимости, ошибочные конфигурации и небезопасные контейнеры могут попасть в рабочую среду. </a:t>
            </a:r>
          </a:p>
          <a:p>
            <a:r>
              <a:rPr lang="ru-RU" sz="3200" dirty="0">
                <a:latin typeface="+mn-lt"/>
              </a:rPr>
              <a:t>Ручная проверка занимает много времени и зависит от человеческого фактора.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EEED5-345F-95AB-13B8-111159AB5644}"/>
              </a:ext>
            </a:extLst>
          </p:cNvPr>
          <p:cNvSpPr txBox="1"/>
          <p:nvPr/>
        </p:nvSpPr>
        <p:spPr>
          <a:xfrm>
            <a:off x="0" y="5628875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CI/CD (</a:t>
            </a:r>
            <a:r>
              <a:rPr lang="ru-RU" sz="2000" dirty="0" err="1"/>
              <a:t>Continuous</a:t>
            </a:r>
            <a:r>
              <a:rPr lang="ru-RU" sz="2000" dirty="0"/>
              <a:t> </a:t>
            </a:r>
            <a:r>
              <a:rPr lang="ru-RU" sz="2000" dirty="0" err="1"/>
              <a:t>Integration</a:t>
            </a:r>
            <a:r>
              <a:rPr lang="ru-RU" sz="2000" dirty="0"/>
              <a:t> / </a:t>
            </a:r>
            <a:r>
              <a:rPr lang="ru-RU" sz="2000" dirty="0" err="1"/>
              <a:t>Continuous</a:t>
            </a:r>
            <a:r>
              <a:rPr lang="ru-RU" sz="2000" dirty="0"/>
              <a:t> Delivery / </a:t>
            </a:r>
            <a:r>
              <a:rPr lang="ru-RU" sz="2000" dirty="0" err="1"/>
              <a:t>Continuous</a:t>
            </a:r>
            <a:r>
              <a:rPr lang="ru-RU" sz="2000" dirty="0"/>
              <a:t> </a:t>
            </a:r>
            <a:r>
              <a:rPr lang="ru-RU" sz="2000" dirty="0" err="1"/>
              <a:t>Deployment</a:t>
            </a:r>
            <a:r>
              <a:rPr lang="ru-RU" sz="2000" dirty="0"/>
              <a:t>) — это набор практик и инструментов в разработке программного обеспечения, которые автоматизируют и ускоряют процесс доставки кода от разработчика до продакшен-среды.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433" y="607705"/>
            <a:ext cx="10261600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lang="ru-RU" sz="4800" spc="-40" dirty="0"/>
              <a:t>Актуальность</a:t>
            </a:r>
            <a:endParaRPr lang="ru-RU"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966087"/>
            <a:ext cx="10255250" cy="3658053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3200" dirty="0">
                <a:latin typeface="+mn-lt"/>
              </a:rPr>
              <a:t>Современная разработка программного обеспечения требует высокой скорости выпуска новых версий, однако рост количества </a:t>
            </a:r>
            <a:r>
              <a:rPr lang="ru-RU" sz="3200" dirty="0" err="1">
                <a:latin typeface="+mn-lt"/>
              </a:rPr>
              <a:t>контейнеризированных</a:t>
            </a:r>
            <a:r>
              <a:rPr lang="ru-RU" sz="3200" dirty="0">
                <a:latin typeface="+mn-lt"/>
              </a:rPr>
              <a:t> приложений, внешних зависимостей и автоматизированных процессов увеличивает риск попадания уязвимостей в рабочую среду. В таких условиях автоматизированный контроль безопасности становится необходимым элементом процесса поставки программного обеспечения.</a:t>
            </a:r>
            <a:endParaRPr lang="ru-RU" sz="1800" dirty="0"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520141"/>
            <a:ext cx="256857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800" spc="-40" dirty="0"/>
              <a:t>Цель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926147" y="1369135"/>
            <a:ext cx="10339705" cy="947567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800" dirty="0">
                <a:latin typeface="+mn-lt"/>
              </a:rPr>
              <a:t>Разработать безопасный CI</a:t>
            </a:r>
            <a:r>
              <a:rPr lang="ru-RU" sz="2800">
                <a:latin typeface="+mn-lt"/>
              </a:rPr>
              <a:t>/CD-конвейер</a:t>
            </a:r>
            <a:r>
              <a:rPr lang="ru-RU" sz="2800" dirty="0">
                <a:latin typeface="+mn-lt"/>
              </a:rPr>
              <a:t>, автоматически проверяющий приложение перед развёртыванием. 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DA5C026-EB2C-C9C2-703E-EC4C0D8E6666}"/>
              </a:ext>
            </a:extLst>
          </p:cNvPr>
          <p:cNvSpPr txBox="1">
            <a:spLocks/>
          </p:cNvSpPr>
          <p:nvPr/>
        </p:nvSpPr>
        <p:spPr>
          <a:xfrm>
            <a:off x="917243" y="3121544"/>
            <a:ext cx="256857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4400" spc="-40" dirty="0"/>
              <a:t>Задачи</a:t>
            </a:r>
            <a:endParaRPr lang="ru-RU" sz="4800" spc="-4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2133E-400D-9743-C828-A3D5CAE19AF2}"/>
              </a:ext>
            </a:extLst>
          </p:cNvPr>
          <p:cNvSpPr txBox="1"/>
          <p:nvPr/>
        </p:nvSpPr>
        <p:spPr>
          <a:xfrm>
            <a:off x="873588" y="3886200"/>
            <a:ext cx="104423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+mn-lt"/>
              </a:rPr>
              <a:t>определить набор автоматизируемых проверок безопасности;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+mn-lt"/>
              </a:rPr>
              <a:t>подобрать инструменты контроля;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+mn-lt"/>
              </a:rPr>
              <a:t>реализовать безопасный конвейер;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+mn-lt"/>
              </a:rPr>
              <a:t>протестировать работу системы.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BAA85A-6449-B3D5-B981-B5B4922C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6CBDD35-B047-BCEA-FA16-E13EC618686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3962C0C-442B-AF6B-F69E-C59358030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959835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800" spc="-40" dirty="0"/>
              <a:t>Объекты автоматической проверки</a:t>
            </a:r>
            <a:endParaRPr lang="ru-RU" spc="-4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872B39-2B67-6871-D9D8-2C80F18886DC}"/>
              </a:ext>
            </a:extLst>
          </p:cNvPr>
          <p:cNvSpPr txBox="1"/>
          <p:nvPr/>
        </p:nvSpPr>
        <p:spPr>
          <a:xfrm>
            <a:off x="380999" y="1220869"/>
            <a:ext cx="5627053" cy="571996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r>
              <a:rPr lang="ru-RU" sz="2400" b="1" dirty="0">
                <a:latin typeface="+mn-lt"/>
              </a:rPr>
              <a:t>Исходный код и зависимости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использование уязвимых библиотек;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применение устаревших версий пакетов;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наличие известных уязвимостей в сторонних компонентах.</a:t>
            </a:r>
          </a:p>
          <a:p>
            <a:endParaRPr lang="ru-RU" sz="2400" b="1" dirty="0">
              <a:latin typeface="+mn-lt"/>
            </a:endParaRPr>
          </a:p>
          <a:p>
            <a:r>
              <a:rPr lang="ru-RU" sz="2400" b="1" dirty="0">
                <a:latin typeface="+mn-lt"/>
              </a:rPr>
              <a:t>Контейнерная среда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использование небезопасных </a:t>
            </a:r>
            <a:r>
              <a:rPr lang="ru-RU" sz="2400" dirty="0" err="1">
                <a:latin typeface="+mn-lt"/>
              </a:rPr>
              <a:t>Docker</a:t>
            </a:r>
            <a:r>
              <a:rPr lang="ru-RU" sz="2400" dirty="0">
                <a:latin typeface="+mn-lt"/>
              </a:rPr>
              <a:t>-образов;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ошибки при описании </a:t>
            </a:r>
            <a:r>
              <a:rPr lang="ru-RU" sz="2400" dirty="0" err="1">
                <a:latin typeface="+mn-lt"/>
              </a:rPr>
              <a:t>Dockerfile</a:t>
            </a:r>
            <a:r>
              <a:rPr lang="ru-RU" sz="2400" dirty="0">
                <a:latin typeface="+mn-lt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запуск контейнеров с правами суперпользователя.</a:t>
            </a:r>
          </a:p>
          <a:p>
            <a:endParaRPr lang="ru-RU" sz="2400" dirty="0">
              <a:latin typeface="+mn-lt"/>
            </a:endParaRPr>
          </a:p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 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5465A8A-C42E-D358-E9EB-71273AA84EF3}"/>
              </a:ext>
            </a:extLst>
          </p:cNvPr>
          <p:cNvSpPr txBox="1"/>
          <p:nvPr/>
        </p:nvSpPr>
        <p:spPr>
          <a:xfrm>
            <a:off x="6183950" y="1220869"/>
            <a:ext cx="5969638" cy="5350632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r>
              <a:rPr lang="ru-RU" sz="2400" b="1" dirty="0">
                <a:latin typeface="+mn-lt"/>
              </a:rPr>
              <a:t>Конфигурация </a:t>
            </a:r>
            <a:r>
              <a:rPr lang="ru-RU" sz="2400" b="1" dirty="0" err="1">
                <a:latin typeface="+mn-lt"/>
              </a:rPr>
              <a:t>Kubernetes</a:t>
            </a:r>
            <a:endParaRPr lang="ru-RU" sz="2400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запуск контейнеров в привилегированном режиме;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использование непредсказуемых версий образов;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отсутствие ограничений по использованию ресурсов.</a:t>
            </a:r>
          </a:p>
          <a:p>
            <a:endParaRPr lang="ru-RU" sz="2400" b="1" dirty="0">
              <a:latin typeface="+mn-lt"/>
            </a:endParaRPr>
          </a:p>
          <a:p>
            <a:r>
              <a:rPr lang="ru-RU" sz="2400" b="1" dirty="0">
                <a:latin typeface="+mn-lt"/>
              </a:rPr>
              <a:t>Инфраструктурная конфигурация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открытые сетевые порты;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небезопасные настройки доступа по SSH;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+mn-lt"/>
              </a:rPr>
              <a:t>ошибки в коде инфраструктуры.</a:t>
            </a:r>
          </a:p>
          <a:p>
            <a:endParaRPr lang="ru-RU" sz="2400" dirty="0">
              <a:latin typeface="+mn-lt"/>
            </a:endParaRPr>
          </a:p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469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6C9FA-9CBA-AC73-8B2F-A2476BFE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152400"/>
            <a:ext cx="9811385" cy="738664"/>
          </a:xfrm>
        </p:spPr>
        <p:txBody>
          <a:bodyPr/>
          <a:lstStyle/>
          <a:p>
            <a:r>
              <a:rPr lang="ru-RU" sz="4800" dirty="0"/>
              <a:t>Выбор инструментов реализации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E18B98C-AF09-009C-6078-2D9B372073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6</a:t>
            </a:fld>
            <a:endParaRPr lang="ru-RU" spc="-25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9A0093E-1141-2400-9BDF-53F7A4784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68483"/>
              </p:ext>
            </p:extLst>
          </p:nvPr>
        </p:nvGraphicFramePr>
        <p:xfrm>
          <a:off x="932656" y="2994638"/>
          <a:ext cx="10326688" cy="3710962"/>
        </p:xfrm>
        <a:graphic>
          <a:graphicData uri="http://schemas.openxmlformats.org/drawingml/2006/table">
            <a:tbl>
              <a:tblPr/>
              <a:tblGrid>
                <a:gridCol w="5163344">
                  <a:extLst>
                    <a:ext uri="{9D8B030D-6E8A-4147-A177-3AD203B41FA5}">
                      <a16:colId xmlns:a16="http://schemas.microsoft.com/office/drawing/2014/main" val="985767745"/>
                    </a:ext>
                  </a:extLst>
                </a:gridCol>
                <a:gridCol w="5163344">
                  <a:extLst>
                    <a:ext uri="{9D8B030D-6E8A-4147-A177-3AD203B41FA5}">
                      <a16:colId xmlns:a16="http://schemas.microsoft.com/office/drawing/2014/main" val="1996620821"/>
                    </a:ext>
                  </a:extLst>
                </a:gridCol>
              </a:tblGrid>
              <a:tr h="502261">
                <a:tc>
                  <a:txBody>
                    <a:bodyPr/>
                    <a:lstStyle/>
                    <a:p>
                      <a:r>
                        <a:rPr lang="ru-RU" sz="2400" b="1" dirty="0"/>
                        <a:t>Назначение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Инструмент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325271"/>
                  </a:ext>
                </a:extLst>
              </a:tr>
              <a:tr h="878958">
                <a:tc>
                  <a:txBody>
                    <a:bodyPr/>
                    <a:lstStyle/>
                    <a:p>
                      <a:r>
                        <a:rPr lang="ru-RU" sz="2400" dirty="0"/>
                        <a:t>Автоматизация процессов сборки и развёртывания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GitLab CI/CD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837507"/>
                  </a:ext>
                </a:extLst>
              </a:tr>
              <a:tr h="502261">
                <a:tc>
                  <a:txBody>
                    <a:bodyPr/>
                    <a:lstStyle/>
                    <a:p>
                      <a:pPr marL="0"/>
                      <a:r>
                        <a:rPr lang="ru-RU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Контейнеризация приложения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440813"/>
                  </a:ext>
                </a:extLst>
              </a:tr>
              <a:tr h="502261">
                <a:tc>
                  <a:txBody>
                    <a:bodyPr/>
                    <a:lstStyle/>
                    <a:p>
                      <a:pPr marL="0"/>
                      <a:r>
                        <a:rPr lang="ru-RU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Управление контейнерной средой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K3s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398577"/>
                  </a:ext>
                </a:extLst>
              </a:tr>
              <a:tr h="502261">
                <a:tc>
                  <a:txBody>
                    <a:bodyPr/>
                    <a:lstStyle/>
                    <a:p>
                      <a:pPr marL="0"/>
                      <a:r>
                        <a:rPr lang="ru-RU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Поиск уязвимостей и анализ зависимостей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Trivy</a:t>
                      </a:r>
                      <a:endParaRPr lang="en-US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799715"/>
                  </a:ext>
                </a:extLst>
              </a:tr>
              <a:tr h="502261">
                <a:tc>
                  <a:txBody>
                    <a:bodyPr/>
                    <a:lstStyle/>
                    <a:p>
                      <a:pPr marL="0"/>
                      <a:r>
                        <a:rPr lang="ru-RU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Контроль политик безопасности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831142"/>
                  </a:ext>
                </a:extLst>
              </a:tr>
            </a:tbl>
          </a:graphicData>
        </a:graphic>
      </p:graphicFrame>
      <p:sp>
        <p:nvSpPr>
          <p:cNvPr id="4" name="object 3">
            <a:extLst>
              <a:ext uri="{FF2B5EF4-FFF2-40B4-BE49-F238E27FC236}">
                <a16:creationId xmlns:a16="http://schemas.microsoft.com/office/drawing/2014/main" id="{3763509E-CF88-9C4D-4863-793EAF45331F}"/>
              </a:ext>
            </a:extLst>
          </p:cNvPr>
          <p:cNvSpPr txBox="1"/>
          <p:nvPr/>
        </p:nvSpPr>
        <p:spPr>
          <a:xfrm>
            <a:off x="926690" y="974151"/>
            <a:ext cx="10721102" cy="184524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Выбор инструментов осуществлялся на основе ранее определённых объектов контроля безопасности, при этом для каждого уровня проверки подбиралось решение, обеспечивающее автоматический анализ соответствующих уязвимостей и конфигурационных рисков.</a:t>
            </a:r>
          </a:p>
        </p:txBody>
      </p:sp>
    </p:spTree>
    <p:extLst>
      <p:ext uri="{BB962C8B-B14F-4D97-AF65-F5344CB8AC3E}">
        <p14:creationId xmlns:p14="http://schemas.microsoft.com/office/powerpoint/2010/main" val="3793038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87E551-C56D-6E14-042B-77CF4BACC1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7</a:t>
            </a:fld>
            <a:endParaRPr lang="ru-RU" spc="-25" dirty="0"/>
          </a:p>
        </p:txBody>
      </p:sp>
      <p:pic>
        <p:nvPicPr>
          <p:cNvPr id="8" name="Рисунок 7" descr="Изображение выглядит как текст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166E4A58-03CF-ED63-E6E8-5F46E3315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73094"/>
            <a:ext cx="7162800" cy="62960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8D33D-7D98-C04D-44C2-53554FF71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3094"/>
            <a:ext cx="9811385" cy="1477328"/>
          </a:xfrm>
        </p:spPr>
        <p:txBody>
          <a:bodyPr/>
          <a:lstStyle/>
          <a:p>
            <a:r>
              <a:rPr lang="ru-RU" sz="4800" dirty="0"/>
              <a:t>Схема </a:t>
            </a:r>
            <a:br>
              <a:rPr lang="ru-RU" sz="4800" dirty="0"/>
            </a:br>
            <a:r>
              <a:rPr lang="ru-RU" sz="4800" dirty="0"/>
              <a:t>конвейера</a:t>
            </a:r>
          </a:p>
        </p:txBody>
      </p:sp>
    </p:spTree>
    <p:extLst>
      <p:ext uri="{BB962C8B-B14F-4D97-AF65-F5344CB8AC3E}">
        <p14:creationId xmlns:p14="http://schemas.microsoft.com/office/powerpoint/2010/main" val="418067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36AB-DD9A-7E92-E170-1184A198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776950-3B63-DD25-BE89-078908C913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8</a:t>
            </a:fld>
            <a:endParaRPr lang="ru-RU" spc="-25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B168-94C0-A4F0-DE40-438166E3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738664"/>
          </a:xfrm>
        </p:spPr>
        <p:txBody>
          <a:bodyPr/>
          <a:lstStyle/>
          <a:p>
            <a:r>
              <a:rPr lang="ru-RU" sz="4800" dirty="0"/>
              <a:t>Автоматический поиск CVE с помощью </a:t>
            </a:r>
            <a:r>
              <a:rPr lang="ru-RU" sz="4800" dirty="0" err="1"/>
              <a:t>Trivy</a:t>
            </a:r>
            <a:endParaRPr lang="ru-RU" sz="4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083BBF-7AC5-516E-648A-720F472B51A1}"/>
              </a:ext>
            </a:extLst>
          </p:cNvPr>
          <p:cNvSpPr txBox="1"/>
          <p:nvPr/>
        </p:nvSpPr>
        <p:spPr>
          <a:xfrm>
            <a:off x="152400" y="1045120"/>
            <a:ext cx="12268200" cy="138287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Этап сканирования </a:t>
            </a:r>
            <a:r>
              <a:rPr lang="ru-RU" sz="2400" dirty="0" err="1">
                <a:latin typeface="+mn-lt"/>
              </a:rPr>
              <a:t>Trivy</a:t>
            </a:r>
            <a:r>
              <a:rPr lang="ru-RU" sz="2400" dirty="0">
                <a:latin typeface="+mn-lt"/>
              </a:rPr>
              <a:t> заблокировал сборку из-за обнаружения критических уязвимостей в базовом образе. Это исключает использование небезопасных зависимостей на ранней стадии. Сборка артефакта остановлена до устранения всех CVE</a:t>
            </a:r>
            <a:r>
              <a:rPr lang="en-US" sz="2400" dirty="0">
                <a:latin typeface="+mn-lt"/>
              </a:rPr>
              <a:t>.</a:t>
            </a:r>
            <a:endParaRPr lang="ru-RU" sz="2400" dirty="0">
              <a:latin typeface="+mn-lt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0FEA879-BA41-00ED-4EEF-9C2765E39290}"/>
              </a:ext>
            </a:extLst>
          </p:cNvPr>
          <p:cNvSpPr txBox="1"/>
          <p:nvPr/>
        </p:nvSpPr>
        <p:spPr>
          <a:xfrm>
            <a:off x="312301" y="5920100"/>
            <a:ext cx="11879699" cy="92050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000" dirty="0">
                <a:latin typeface="+mn-lt"/>
              </a:rPr>
              <a:t>CVE (Common </a:t>
            </a:r>
            <a:r>
              <a:rPr lang="ru-RU" sz="2000" dirty="0" err="1">
                <a:latin typeface="+mn-lt"/>
              </a:rPr>
              <a:t>Vulnerabilities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and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Exposures</a:t>
            </a:r>
            <a:r>
              <a:rPr lang="ru-RU" sz="2000" dirty="0">
                <a:latin typeface="+mn-lt"/>
              </a:rPr>
              <a:t> ) - «Общие уязвимости и подверженность воздействию». Это система каталогизации уязвимостей безопасности программного и аппаратного обеспечения.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E28A9D-C927-A9E6-734B-40E125733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443520"/>
            <a:ext cx="5410955" cy="17528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88BBB7-711E-25D3-5EA2-A103E563A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073758"/>
            <a:ext cx="8611802" cy="20100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2EE97DC-85BE-693F-873B-045E91275A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354"/>
          <a:stretch/>
        </p:blipFill>
        <p:spPr>
          <a:xfrm>
            <a:off x="7428271" y="2749599"/>
            <a:ext cx="4800600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33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98B1-B5B2-97CE-C382-66C7C1FD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33A281-36F4-E448-B2DB-0B15072402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9</a:t>
            </a:fld>
            <a:endParaRPr lang="ru-RU" spc="-25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89D99-7C1F-0CCD-A472-F306BB65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3094"/>
            <a:ext cx="9811385" cy="738664"/>
          </a:xfrm>
        </p:spPr>
        <p:txBody>
          <a:bodyPr/>
          <a:lstStyle/>
          <a:p>
            <a:r>
              <a:rPr lang="ru-RU" sz="4800" dirty="0"/>
              <a:t>Проверка политик безопасности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4151A6-AD3D-FB43-5E38-90DA88653C95}"/>
              </a:ext>
            </a:extLst>
          </p:cNvPr>
          <p:cNvSpPr txBox="1"/>
          <p:nvPr/>
        </p:nvSpPr>
        <p:spPr>
          <a:xfrm>
            <a:off x="609600" y="1295400"/>
            <a:ext cx="11049000" cy="18317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Стадия OPA выявила нарушение политик безопасности в </a:t>
            </a:r>
            <a:r>
              <a:rPr lang="ru-RU" sz="2400" dirty="0" err="1">
                <a:latin typeface="+mn-lt"/>
              </a:rPr>
              <a:t>Kubernetes</a:t>
            </a:r>
            <a:r>
              <a:rPr lang="ru-RU" sz="2400" dirty="0">
                <a:latin typeface="+mn-lt"/>
              </a:rPr>
              <a:t>-манифесте. Система отклонила запуск контейнера от имени </a:t>
            </a:r>
            <a:r>
              <a:rPr lang="ru-RU" sz="2400" dirty="0" err="1">
                <a:latin typeface="+mn-lt"/>
              </a:rPr>
              <a:t>root</a:t>
            </a:r>
            <a:r>
              <a:rPr lang="ru-RU" sz="2400" dirty="0">
                <a:latin typeface="+mn-lt"/>
              </a:rPr>
              <a:t>-пользователя согласно правилам организации. Автоматизация гарантирует соответствие инфраструктуры стандартам безопасности</a:t>
            </a:r>
            <a:r>
              <a:rPr lang="en-US" sz="2400" dirty="0">
                <a:latin typeface="+mn-lt"/>
              </a:rPr>
              <a:t>.</a:t>
            </a:r>
            <a:endParaRPr lang="ru-RU" sz="2400" dirty="0">
              <a:latin typeface="+mn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74F0EB-76AE-0169-6EC8-FEA591707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413411"/>
            <a:ext cx="5334744" cy="17528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FDD725-8283-D439-B659-735F9762F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94758" y="5476073"/>
            <a:ext cx="13620100" cy="134212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31C11CD-3D25-B165-96DD-006714BFEC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11" t="8584" r="43701" b="8671"/>
          <a:stretch/>
        </p:blipFill>
        <p:spPr>
          <a:xfrm>
            <a:off x="6336146" y="2794819"/>
            <a:ext cx="5334744" cy="248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3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A0F98-2390-8ADC-18E0-A54A90D56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45269A-FD5F-0629-9597-645803235D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ru-RU" spc="-25" smtClean="0"/>
              <a:t>10</a:t>
            </a:fld>
            <a:endParaRPr lang="ru-RU" spc="-25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F49FF-2DFE-EBF1-7A56-629104240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3094"/>
            <a:ext cx="9811385" cy="738664"/>
          </a:xfrm>
        </p:spPr>
        <p:txBody>
          <a:bodyPr/>
          <a:lstStyle/>
          <a:p>
            <a:r>
              <a:rPr lang="ru-RU" sz="4800" dirty="0"/>
              <a:t>Успешное исправление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791D18-2694-235A-2543-D8232059E9C1}"/>
              </a:ext>
            </a:extLst>
          </p:cNvPr>
          <p:cNvSpPr txBox="1"/>
          <p:nvPr/>
        </p:nvSpPr>
        <p:spPr>
          <a:xfrm>
            <a:off x="609600" y="1219556"/>
            <a:ext cx="11049000" cy="18317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43560">
              <a:lnSpc>
                <a:spcPts val="3460"/>
              </a:lnSpc>
              <a:spcBef>
                <a:spcPts val="525"/>
              </a:spcBef>
              <a:tabLst>
                <a:tab pos="241300" algn="l"/>
              </a:tabLst>
            </a:pPr>
            <a:r>
              <a:rPr lang="ru-RU" sz="2400" dirty="0">
                <a:latin typeface="+mn-lt"/>
              </a:rPr>
              <a:t>После обновления базового образа и корректировки прав доступа конвейер успешно прошел все проверки безопасности. Приложение развернуто в кластер в защищенном исполнении. Все ворота безопасности отработали в автоматическом режиме.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94BBB7-83F5-3D3C-78E6-E439074C3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9075"/>
            <a:ext cx="12192000" cy="513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37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4925" y="2255977"/>
            <a:ext cx="9584055" cy="124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0" dirty="0"/>
              <a:t>Спасибо</a:t>
            </a:r>
            <a:r>
              <a:rPr sz="8000" spc="-175" dirty="0"/>
              <a:t> </a:t>
            </a:r>
            <a:r>
              <a:rPr sz="8000" dirty="0"/>
              <a:t>за</a:t>
            </a:r>
            <a:r>
              <a:rPr sz="8000" spc="-185" dirty="0"/>
              <a:t> </a:t>
            </a:r>
            <a:r>
              <a:rPr sz="8000" spc="-10" dirty="0"/>
              <a:t>внимание!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462</Words>
  <Application>Microsoft Office PowerPoint</Application>
  <PresentationFormat>Широкоэкранный</PresentationFormat>
  <Paragraphs>72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Calibri</vt:lpstr>
      <vt:lpstr>Calibri Light</vt:lpstr>
      <vt:lpstr>Office Theme</vt:lpstr>
      <vt:lpstr>Презентация PowerPoint</vt:lpstr>
      <vt:lpstr>Проблема</vt:lpstr>
      <vt:lpstr>Актуальность</vt:lpstr>
      <vt:lpstr>Цель</vt:lpstr>
      <vt:lpstr>Объекты автоматической проверки</vt:lpstr>
      <vt:lpstr>Выбор инструментов реализации</vt:lpstr>
      <vt:lpstr>Схема  конвейера</vt:lpstr>
      <vt:lpstr>Автоматический поиск CVE с помощью Trivy</vt:lpstr>
      <vt:lpstr>Проверка политик безопасности</vt:lpstr>
      <vt:lpstr>Успешное исправление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0illiuwuilli0@gmail.com</cp:lastModifiedBy>
  <cp:revision>3</cp:revision>
  <dcterms:created xsi:type="dcterms:W3CDTF">2025-12-14T19:53:33Z</dcterms:created>
  <dcterms:modified xsi:type="dcterms:W3CDTF">2026-05-17T15:34:32Z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2025-12-14T00:00:00Z</vt:filetime>
  </property>
  <property fmtid="{D5CDD505-2E9C-101B-9397-08002B2CF9AE}" pid="5" name="Producer">
    <vt:lpwstr>www.ilovepdf.com</vt:lpwstr>
  </property>
</Properties>
</file>